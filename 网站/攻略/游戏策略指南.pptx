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sldIdLst>
    <p:sldId id="260" r:id="rId5"/>
    <p:sldId id="261" r:id="rId6"/>
    <p:sldId id="262" r:id="rId7"/>
    <p:sldId id="263" r:id="rId8"/>
    <p:sldId id="264" r:id="rId9"/>
    <p:sldId id="271" r:id="rId10"/>
    <p:sldId id="266" r:id="rId11"/>
    <p:sldId id="272" r:id="rId12"/>
    <p:sldId id="273" r:id="rId13"/>
    <p:sldId id="269" r:id="rId14"/>
    <p:sldId id="270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png"/><Relationship Id="rId2" Type="http://schemas.openxmlformats.org/officeDocument/2006/relationships/tags" Target="../tags/tag15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1.png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NULL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5156201" y="2882902"/>
            <a:ext cx="1879600" cy="165100"/>
          </a:xfrm>
          <a:custGeom>
            <a:avLst/>
            <a:gdLst>
              <a:gd name="connisteX0" fmla="*/ 0 w 1879604"/>
              <a:gd name="connsiteY0" fmla="*/ 82552 h 165104"/>
              <a:gd name="connisteX1" fmla="*/ 82552 w 1879604"/>
              <a:gd name="connsiteY1" fmla="*/ 0 h 165104"/>
              <a:gd name="connisteX2" fmla="*/ 1797052 w 1879604"/>
              <a:gd name="connsiteY2" fmla="*/ 0 h 165104"/>
              <a:gd name="connisteX3" fmla="*/ 1879604 w 1879604"/>
              <a:gd name="connsiteY3" fmla="*/ 82552 h 165104"/>
              <a:gd name="connisteX4" fmla="*/ 1879604 w 1879604"/>
              <a:gd name="connsiteY4" fmla="*/ 82552 h 165104"/>
              <a:gd name="connisteX5" fmla="*/ 1797052 w 1879604"/>
              <a:gd name="connsiteY5" fmla="*/ 165104 h 165104"/>
              <a:gd name="connisteX6" fmla="*/ 82552 w 1879604"/>
              <a:gd name="connsiteY6" fmla="*/ 165104 h 165104"/>
              <a:gd name="connisteX7" fmla="*/ 0 w 1879604"/>
              <a:gd name="connsiteY7" fmla="*/ 82552 h 165104"/>
              <a:gd name="connisteX8" fmla="*/ 0 w 1879604"/>
              <a:gd name="connsiteY8" fmla="*/ 82552 h 1651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879604" h="165104">
                <a:moveTo>
                  <a:pt x="0" y="82552"/>
                </a:moveTo>
                <a:cubicBezTo>
                  <a:pt x="0" y="36960"/>
                  <a:pt x="36960" y="0"/>
                  <a:pt x="82552" y="0"/>
                </a:cubicBezTo>
                <a:lnTo>
                  <a:pt x="1797052" y="0"/>
                </a:lnTo>
                <a:cubicBezTo>
                  <a:pt x="1842644" y="0"/>
                  <a:pt x="1879604" y="36960"/>
                  <a:pt x="1879604" y="82552"/>
                </a:cubicBezTo>
                <a:lnTo>
                  <a:pt x="1879604" y="82552"/>
                </a:lnTo>
                <a:cubicBezTo>
                  <a:pt x="1879604" y="128144"/>
                  <a:pt x="1842644" y="165104"/>
                  <a:pt x="1797052" y="165104"/>
                </a:cubicBezTo>
                <a:lnTo>
                  <a:pt x="82552" y="165104"/>
                </a:lnTo>
                <a:cubicBezTo>
                  <a:pt x="36960" y="165104"/>
                  <a:pt x="0" y="128144"/>
                  <a:pt x="0" y="82552"/>
                </a:cubicBezTo>
                <a:lnTo>
                  <a:pt x="0" y="8255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3898901" y="2613657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THE END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3835396" y="320674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汉仪刚艺体-85W" panose="00020600040101010101" charset="-122"/>
                <a:ea typeface="汉仪刚艺体-85W" panose="00020600040101010101" charset="-122"/>
              </a:rPr>
              <a:t>谢谢观看</a:t>
            </a:r>
            <a:endParaRPr lang="zh-CN" altLang="en-US" smtClean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1041401" y="2476497"/>
            <a:ext cx="2336800" cy="1917700"/>
          </a:xfrm>
          <a:custGeom>
            <a:avLst/>
            <a:gdLst>
              <a:gd name="connisteX0" fmla="*/ 643728 w 2337078"/>
              <a:gd name="connsiteY0" fmla="*/ 197949 h 1917697"/>
              <a:gd name="connisteX1" fmla="*/ 929185 w 2337078"/>
              <a:gd name="connsiteY1" fmla="*/ 0 h 1917697"/>
              <a:gd name="connisteX2" fmla="*/ 2337078 w 2337078"/>
              <a:gd name="connsiteY2" fmla="*/ 0 h 1917697"/>
              <a:gd name="connisteX3" fmla="*/ 1693340 w 2337078"/>
              <a:gd name="connsiteY3" fmla="*/ 1719748 h 1917697"/>
              <a:gd name="connisteX4" fmla="*/ 1407883 w 2337078"/>
              <a:gd name="connsiteY4" fmla="*/ 1917697 h 1917697"/>
              <a:gd name="connisteX5" fmla="*/ 0 w 2337078"/>
              <a:gd name="connsiteY5" fmla="*/ 1917697 h 1917697"/>
              <a:gd name="connisteX6" fmla="*/ 643728 w 2337078"/>
              <a:gd name="connsiteY6" fmla="*/ 197949 h 1917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37078" h="1917698">
                <a:moveTo>
                  <a:pt x="643728" y="197949"/>
                </a:moveTo>
                <a:cubicBezTo>
                  <a:pt x="688296" y="78894"/>
                  <a:pt x="802066" y="0"/>
                  <a:pt x="929186" y="0"/>
                </a:cubicBezTo>
                <a:lnTo>
                  <a:pt x="2337078" y="0"/>
                </a:lnTo>
                <a:lnTo>
                  <a:pt x="1693341" y="1719749"/>
                </a:lnTo>
                <a:cubicBezTo>
                  <a:pt x="1648773" y="1838804"/>
                  <a:pt x="1535012" y="1917698"/>
                  <a:pt x="1407883" y="1917698"/>
                </a:cubicBezTo>
                <a:lnTo>
                  <a:pt x="0" y="1917698"/>
                </a:lnTo>
                <a:lnTo>
                  <a:pt x="643728" y="197949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3733800" y="2284095"/>
            <a:ext cx="7131685" cy="228981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>
                <a:latin typeface="汉仪刚艺体-85W" panose="00020600040101010101" charset="-122"/>
                <a:ea typeface="汉仪刚艺体-85W" panose="00020600040101010101" charset="-122"/>
              </a:rPr>
              <a:t>章节页的标题</a:t>
            </a:r>
            <a:endParaRPr lang="zh-CN" altLang="en-US" smtClean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68302" y="2351450"/>
            <a:ext cx="2451104" cy="2117741"/>
          </a:xfrm>
          <a:noFill/>
        </p:spPr>
        <p:txBody>
          <a:bodyPr lIns="0" tIns="0" rIns="0" bIns="0" anchor="ctr">
            <a:noAutofit/>
          </a:bodyPr>
          <a:lstStyle>
            <a:lvl1pPr algn="r">
              <a:lnSpc>
                <a:spcPct val="109000"/>
              </a:lnSpc>
              <a:buNone/>
              <a:defRPr sz="10000" b="0">
                <a:solidFill>
                  <a:srgbClr val="FFFFFF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</a:t>
            </a:r>
            <a:r>
              <a:rPr lang="en-US" altLang="zh-CN" smtClean="0">
                <a:latin typeface="MiSans Normal" panose="00000500000000000000" charset="-122"/>
                <a:ea typeface="MiSans Normal" panose="00000500000000000000" charset="-122"/>
              </a:rPr>
              <a:t>1</a:t>
            </a:r>
            <a:endParaRPr lang="en-US" altLang="zh-CN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任意多边形 4"/>
          <p:cNvSpPr/>
          <p:nvPr userDrawn="1">
            <p:custDataLst>
              <p:tags r:id="rId4"/>
            </p:custDataLst>
          </p:nvPr>
        </p:nvSpPr>
        <p:spPr>
          <a:xfrm>
            <a:off x="1015999" y="0"/>
            <a:ext cx="1270635" cy="609600"/>
          </a:xfrm>
          <a:custGeom>
            <a:avLst/>
            <a:gdLst>
              <a:gd name="connisteX0" fmla="*/ 0 w 1270001"/>
              <a:gd name="connsiteY0" fmla="*/ 0 h 609603"/>
              <a:gd name="connisteX1" fmla="*/ 1270001 w 1270001"/>
              <a:gd name="connsiteY1" fmla="*/ 0 h 609603"/>
              <a:gd name="connisteX2" fmla="*/ 1270001 w 1270001"/>
              <a:gd name="connsiteY2" fmla="*/ 406395 h 609603"/>
              <a:gd name="connisteX3" fmla="*/ 1066803 w 1270001"/>
              <a:gd name="connsiteY3" fmla="*/ 609603 h 609603"/>
              <a:gd name="connisteX4" fmla="*/ 203197 w 1270001"/>
              <a:gd name="connsiteY4" fmla="*/ 609603 h 609603"/>
              <a:gd name="connisteX5" fmla="*/ 0 w 1270001"/>
              <a:gd name="connsiteY5" fmla="*/ 406395 h 609603"/>
              <a:gd name="connisteX6" fmla="*/ 0 w 1270001"/>
              <a:gd name="connsiteY6" fmla="*/ 0 h 6096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70001" h="609603">
                <a:moveTo>
                  <a:pt x="0" y="0"/>
                </a:moveTo>
                <a:lnTo>
                  <a:pt x="1270001" y="0"/>
                </a:lnTo>
                <a:lnTo>
                  <a:pt x="1270001" y="406396"/>
                </a:lnTo>
                <a:cubicBezTo>
                  <a:pt x="1270001" y="518620"/>
                  <a:pt x="1179027" y="609603"/>
                  <a:pt x="1066803" y="609603"/>
                </a:cubicBezTo>
                <a:lnTo>
                  <a:pt x="203198" y="609603"/>
                </a:lnTo>
                <a:cubicBezTo>
                  <a:pt x="90974" y="609603"/>
                  <a:pt x="0" y="518620"/>
                  <a:pt x="0" y="406396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3" hasCustomPrompt="1"/>
            <p:custDataLst>
              <p:tags r:id="rId8"/>
            </p:custDataLst>
          </p:nvPr>
        </p:nvSpPr>
        <p:spPr>
          <a:xfrm>
            <a:off x="1015999" y="2012948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20XX YEAR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1016000" y="2520950"/>
            <a:ext cx="9410700" cy="2489200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汉仪刚艺体-85W" panose="00020600040101010101" charset="-122"/>
                <a:ea typeface="汉仪刚艺体-85W" panose="00020600040101010101" charset="-122"/>
              </a:rPr>
              <a:t>科技风年终总结汇报</a:t>
            </a:r>
            <a:endParaRPr lang="zh-CN" altLang="en-US" smtClean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5" hasCustomPrompt="1"/>
            <p:custDataLst>
              <p:tags r:id="rId10"/>
            </p:custDataLst>
          </p:nvPr>
        </p:nvSpPr>
        <p:spPr>
          <a:xfrm>
            <a:off x="1015999" y="518794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BY WPS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1041401" y="2476497"/>
            <a:ext cx="2336800" cy="1917700"/>
          </a:xfrm>
          <a:custGeom>
            <a:avLst/>
            <a:gdLst>
              <a:gd name="connisteX0" fmla="*/ 643728 w 2337078"/>
              <a:gd name="connsiteY0" fmla="*/ 197949 h 1917697"/>
              <a:gd name="connisteX1" fmla="*/ 929185 w 2337078"/>
              <a:gd name="connsiteY1" fmla="*/ 0 h 1917697"/>
              <a:gd name="connisteX2" fmla="*/ 2337078 w 2337078"/>
              <a:gd name="connsiteY2" fmla="*/ 0 h 1917697"/>
              <a:gd name="connisteX3" fmla="*/ 1693340 w 2337078"/>
              <a:gd name="connsiteY3" fmla="*/ 1719748 h 1917697"/>
              <a:gd name="connisteX4" fmla="*/ 1407883 w 2337078"/>
              <a:gd name="connsiteY4" fmla="*/ 1917697 h 1917697"/>
              <a:gd name="connisteX5" fmla="*/ 0 w 2337078"/>
              <a:gd name="connsiteY5" fmla="*/ 1917697 h 1917697"/>
              <a:gd name="connisteX6" fmla="*/ 643728 w 2337078"/>
              <a:gd name="connsiteY6" fmla="*/ 197949 h 1917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37078" h="1917698">
                <a:moveTo>
                  <a:pt x="643728" y="197949"/>
                </a:moveTo>
                <a:cubicBezTo>
                  <a:pt x="688296" y="78894"/>
                  <a:pt x="802066" y="0"/>
                  <a:pt x="929186" y="0"/>
                </a:cubicBezTo>
                <a:lnTo>
                  <a:pt x="2337078" y="0"/>
                </a:lnTo>
                <a:lnTo>
                  <a:pt x="1693341" y="1719749"/>
                </a:lnTo>
                <a:cubicBezTo>
                  <a:pt x="1648773" y="1838804"/>
                  <a:pt x="1535012" y="1917698"/>
                  <a:pt x="1407883" y="1917698"/>
                </a:cubicBezTo>
                <a:lnTo>
                  <a:pt x="0" y="1917698"/>
                </a:lnTo>
                <a:lnTo>
                  <a:pt x="643728" y="197949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3733800" y="2284095"/>
            <a:ext cx="7131685" cy="228981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68302" y="2351450"/>
            <a:ext cx="2451104" cy="2117741"/>
          </a:xfrm>
          <a:noFill/>
        </p:spPr>
        <p:txBody>
          <a:bodyPr lIns="0" tIns="0" rIns="0" bIns="0" anchor="ctr">
            <a:noAutofit/>
          </a:bodyPr>
          <a:lstStyle>
            <a:lvl1pPr algn="r">
              <a:lnSpc>
                <a:spcPct val="109000"/>
              </a:lnSpc>
              <a:buNone/>
              <a:defRPr sz="10000" b="0">
                <a:solidFill>
                  <a:srgbClr val="FFFFFF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</a:t>
            </a:r>
            <a:r>
              <a:rPr lang="en-US" altLang="zh-CN" smtClean="0"/>
              <a:t>1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氛围图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4"/>
            </p:custDataLst>
          </p:nvPr>
        </p:nvSpPr>
        <p:spPr>
          <a:xfrm>
            <a:off x="5156201" y="2882902"/>
            <a:ext cx="1879600" cy="165100"/>
          </a:xfrm>
          <a:custGeom>
            <a:avLst/>
            <a:gdLst>
              <a:gd name="connisteX0" fmla="*/ 0 w 1879604"/>
              <a:gd name="connsiteY0" fmla="*/ 82552 h 165104"/>
              <a:gd name="connisteX1" fmla="*/ 82552 w 1879604"/>
              <a:gd name="connsiteY1" fmla="*/ 0 h 165104"/>
              <a:gd name="connisteX2" fmla="*/ 1797052 w 1879604"/>
              <a:gd name="connsiteY2" fmla="*/ 0 h 165104"/>
              <a:gd name="connisteX3" fmla="*/ 1879604 w 1879604"/>
              <a:gd name="connsiteY3" fmla="*/ 82552 h 165104"/>
              <a:gd name="connisteX4" fmla="*/ 1879604 w 1879604"/>
              <a:gd name="connsiteY4" fmla="*/ 82552 h 165104"/>
              <a:gd name="connisteX5" fmla="*/ 1797052 w 1879604"/>
              <a:gd name="connsiteY5" fmla="*/ 165104 h 165104"/>
              <a:gd name="connisteX6" fmla="*/ 82552 w 1879604"/>
              <a:gd name="connsiteY6" fmla="*/ 165104 h 165104"/>
              <a:gd name="connisteX7" fmla="*/ 0 w 1879604"/>
              <a:gd name="connsiteY7" fmla="*/ 82552 h 165104"/>
              <a:gd name="connisteX8" fmla="*/ 0 w 1879604"/>
              <a:gd name="connsiteY8" fmla="*/ 82552 h 1651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879604" h="165104">
                <a:moveTo>
                  <a:pt x="0" y="82552"/>
                </a:moveTo>
                <a:cubicBezTo>
                  <a:pt x="0" y="36960"/>
                  <a:pt x="36960" y="0"/>
                  <a:pt x="82552" y="0"/>
                </a:cubicBezTo>
                <a:lnTo>
                  <a:pt x="1797052" y="0"/>
                </a:lnTo>
                <a:cubicBezTo>
                  <a:pt x="1842644" y="0"/>
                  <a:pt x="1879604" y="36960"/>
                  <a:pt x="1879604" y="82552"/>
                </a:cubicBezTo>
                <a:lnTo>
                  <a:pt x="1879604" y="82552"/>
                </a:lnTo>
                <a:cubicBezTo>
                  <a:pt x="1879604" y="128144"/>
                  <a:pt x="1842644" y="165104"/>
                  <a:pt x="1797052" y="165104"/>
                </a:cubicBezTo>
                <a:lnTo>
                  <a:pt x="82552" y="165104"/>
                </a:lnTo>
                <a:cubicBezTo>
                  <a:pt x="36960" y="165104"/>
                  <a:pt x="0" y="128144"/>
                  <a:pt x="0" y="82552"/>
                </a:cubicBezTo>
                <a:lnTo>
                  <a:pt x="0" y="82552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3898901" y="2613657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0" name="标题 9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3835396" y="320674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任意多边形 4"/>
          <p:cNvSpPr/>
          <p:nvPr userDrawn="1">
            <p:custDataLst>
              <p:tags r:id="rId5"/>
            </p:custDataLst>
          </p:nvPr>
        </p:nvSpPr>
        <p:spPr>
          <a:xfrm>
            <a:off x="10921996" y="6349996"/>
            <a:ext cx="1270000" cy="508635"/>
          </a:xfrm>
          <a:custGeom>
            <a:avLst/>
            <a:gdLst>
              <a:gd name="connisteX0" fmla="*/ 0 w 1270001"/>
              <a:gd name="connsiteY0" fmla="*/ 203197 h 508004"/>
              <a:gd name="connisteX1" fmla="*/ 203197 w 1270001"/>
              <a:gd name="connsiteY1" fmla="*/ 0 h 508004"/>
              <a:gd name="connisteX2" fmla="*/ 1270001 w 1270001"/>
              <a:gd name="connsiteY2" fmla="*/ 0 h 508004"/>
              <a:gd name="connisteX3" fmla="*/ 1270001 w 1270001"/>
              <a:gd name="connsiteY3" fmla="*/ 508004 h 508004"/>
              <a:gd name="connisteX4" fmla="*/ 0 w 1270001"/>
              <a:gd name="connsiteY4" fmla="*/ 508004 h 508004"/>
              <a:gd name="connisteX5" fmla="*/ 0 w 1270001"/>
              <a:gd name="connsiteY5" fmla="*/ 203197 h 508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70001" h="508004">
                <a:moveTo>
                  <a:pt x="0" y="203198"/>
                </a:moveTo>
                <a:cubicBezTo>
                  <a:pt x="0" y="90974"/>
                  <a:pt x="90974" y="0"/>
                  <a:pt x="203198" y="0"/>
                </a:cubicBezTo>
                <a:lnTo>
                  <a:pt x="1270001" y="0"/>
                </a:lnTo>
                <a:lnTo>
                  <a:pt x="1270001" y="508004"/>
                </a:lnTo>
                <a:lnTo>
                  <a:pt x="0" y="508004"/>
                </a:lnTo>
                <a:lnTo>
                  <a:pt x="0" y="203198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16200000"/>
          </a:gra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C:/Users/win10/AppData/Local/Temp/figmazip/slide_935eabbb91aa80f5\datas\氛围图-12001&amp;66983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7" name="副标题 6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609603" y="2766057"/>
            <a:ext cx="24384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  <p:sp>
        <p:nvSpPr>
          <p:cNvPr id="8" name="标题 7"/>
          <p:cNvSpPr>
            <a:spLocks noGrp="1"/>
          </p:cNvSpPr>
          <p:nvPr>
            <p:ph type="ctrTitle" idx="14" hasCustomPrompt="1"/>
            <p:custDataLst>
              <p:tags r:id="rId10"/>
            </p:custDataLst>
          </p:nvPr>
        </p:nvSpPr>
        <p:spPr>
          <a:xfrm>
            <a:off x="609603" y="3289298"/>
            <a:ext cx="2501899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5588000" cy="4724400"/>
          </a:xfrm>
          <a:custGeom>
            <a:avLst/>
            <a:gdLst>
              <a:gd name="connisteX0" fmla="*/ 0 w 5588000"/>
              <a:gd name="connsiteY0" fmla="*/ 0 h 4724400"/>
              <a:gd name="connisteX1" fmla="*/ 5588000 w 5588000"/>
              <a:gd name="connsiteY1" fmla="*/ 0 h 4724400"/>
              <a:gd name="connisteX2" fmla="*/ 5588000 w 5588000"/>
              <a:gd name="connsiteY2" fmla="*/ 4724400 h 4724400"/>
              <a:gd name="connisteX3" fmla="*/ 0 w 5588000"/>
              <a:gd name="connsiteY3" fmla="*/ 4724400 h 4724400"/>
              <a:gd name="connisteX4" fmla="*/ 0 w 55880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588000" h="4724400">
                <a:moveTo>
                  <a:pt x="0" y="0"/>
                </a:moveTo>
                <a:lnTo>
                  <a:pt x="5588000" y="0"/>
                </a:lnTo>
                <a:lnTo>
                  <a:pt x="55880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33020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3860800"/>
            <a:ext cx="5080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934200 w 6934200"/>
              <a:gd name="connsiteY1" fmla="*/ 0 h 4724400"/>
              <a:gd name="connisteX2" fmla="*/ 6934200 w 6934200"/>
              <a:gd name="connsiteY2" fmla="*/ 4724400 h 4724400"/>
              <a:gd name="connisteX3" fmla="*/ 0 w 6934200"/>
              <a:gd name="connsiteY3" fmla="*/ 4724400 h 4724400"/>
              <a:gd name="connisteX4" fmla="*/ 0 w 69342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4724400">
                <a:moveTo>
                  <a:pt x="0" y="0"/>
                </a:moveTo>
                <a:lnTo>
                  <a:pt x="6934200" y="0"/>
                </a:lnTo>
                <a:lnTo>
                  <a:pt x="69342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4038600 w 4038600"/>
              <a:gd name="connsiteY1" fmla="*/ 0 h 4724400"/>
              <a:gd name="connisteX2" fmla="*/ 4038600 w 4038600"/>
              <a:gd name="connsiteY2" fmla="*/ 4724400 h 4724400"/>
              <a:gd name="connisteX3" fmla="*/ 0 w 4038600"/>
              <a:gd name="connsiteY3" fmla="*/ 4724400 h 4724400"/>
              <a:gd name="connisteX4" fmla="*/ 0 w 40386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4724400">
                <a:moveTo>
                  <a:pt x="0" y="0"/>
                </a:moveTo>
                <a:lnTo>
                  <a:pt x="4038600" y="0"/>
                </a:lnTo>
                <a:lnTo>
                  <a:pt x="40386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8448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3403600"/>
            <a:ext cx="312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0 h 4724400"/>
              <a:gd name="connisteX1" fmla="*/ 5334000 w 5334000"/>
              <a:gd name="connsiteY1" fmla="*/ 0 h 4724400"/>
              <a:gd name="connisteX2" fmla="*/ 5334000 w 5334000"/>
              <a:gd name="connsiteY2" fmla="*/ 4724400 h 4724400"/>
              <a:gd name="connisteX3" fmla="*/ 0 w 5334000"/>
              <a:gd name="connsiteY3" fmla="*/ 4724400 h 4724400"/>
              <a:gd name="connisteX4" fmla="*/ 0 w 53340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4724400">
                <a:moveTo>
                  <a:pt x="0" y="0"/>
                </a:moveTo>
                <a:lnTo>
                  <a:pt x="5334000" y="0"/>
                </a:lnTo>
                <a:lnTo>
                  <a:pt x="53340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0 h 4724400"/>
              <a:gd name="connisteX1" fmla="*/ 5334000 w 5334000"/>
              <a:gd name="connsiteY1" fmla="*/ 0 h 4724400"/>
              <a:gd name="connisteX2" fmla="*/ 5334000 w 5334000"/>
              <a:gd name="connsiteY2" fmla="*/ 4724400 h 4724400"/>
              <a:gd name="connisteX3" fmla="*/ 0 w 5334000"/>
              <a:gd name="connsiteY3" fmla="*/ 4724400 h 4724400"/>
              <a:gd name="connisteX4" fmla="*/ 0 w 53340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4724400">
                <a:moveTo>
                  <a:pt x="0" y="0"/>
                </a:moveTo>
                <a:lnTo>
                  <a:pt x="5334000" y="0"/>
                </a:lnTo>
                <a:lnTo>
                  <a:pt x="53340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4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0 h 4724400"/>
              <a:gd name="connisteX1" fmla="*/ 5334000 w 5334000"/>
              <a:gd name="connsiteY1" fmla="*/ 0 h 4724400"/>
              <a:gd name="connisteX2" fmla="*/ 5334000 w 5334000"/>
              <a:gd name="connsiteY2" fmla="*/ 4724400 h 4724400"/>
              <a:gd name="connisteX3" fmla="*/ 0 w 5334000"/>
              <a:gd name="connsiteY3" fmla="*/ 4724400 h 4724400"/>
              <a:gd name="connisteX4" fmla="*/ 0 w 53340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4724400">
                <a:moveTo>
                  <a:pt x="0" y="0"/>
                </a:moveTo>
                <a:lnTo>
                  <a:pt x="5334000" y="0"/>
                </a:lnTo>
                <a:lnTo>
                  <a:pt x="53340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2514600" y="2362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2870200" y="2717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4241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8006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0 h 4724400"/>
              <a:gd name="connisteX1" fmla="*/ 5334000 w 5334000"/>
              <a:gd name="connsiteY1" fmla="*/ 0 h 4724400"/>
              <a:gd name="connisteX2" fmla="*/ 5334000 w 5334000"/>
              <a:gd name="connsiteY2" fmla="*/ 4724400 h 4724400"/>
              <a:gd name="connisteX3" fmla="*/ 0 w 5334000"/>
              <a:gd name="connsiteY3" fmla="*/ 4724400 h 4724400"/>
              <a:gd name="connisteX4" fmla="*/ 0 w 53340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4724400">
                <a:moveTo>
                  <a:pt x="0" y="0"/>
                </a:moveTo>
                <a:lnTo>
                  <a:pt x="5334000" y="0"/>
                </a:lnTo>
                <a:lnTo>
                  <a:pt x="53340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8153400" y="2362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8509000" y="2717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6654800" y="4241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6654800" y="48006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单击此处添加标题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0 h 5638800"/>
              <a:gd name="connisteX1" fmla="*/ 6934200 w 6934200"/>
              <a:gd name="connsiteY1" fmla="*/ 0 h 5638800"/>
              <a:gd name="connisteX2" fmla="*/ 6934200 w 6934200"/>
              <a:gd name="connsiteY2" fmla="*/ 5638800 h 5638800"/>
              <a:gd name="connisteX3" fmla="*/ 0 w 6934200"/>
              <a:gd name="connsiteY3" fmla="*/ 5638800 h 5638800"/>
              <a:gd name="connisteX4" fmla="*/ 0 w 69342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5638800">
                <a:moveTo>
                  <a:pt x="0" y="0"/>
                </a:moveTo>
                <a:lnTo>
                  <a:pt x="6934200" y="0"/>
                </a:lnTo>
                <a:lnTo>
                  <a:pt x="69342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0 h 1422400"/>
              <a:gd name="connisteX1" fmla="*/ 50800 w 50800"/>
              <a:gd name="connsiteY1" fmla="*/ 0 h 1422400"/>
              <a:gd name="connisteX2" fmla="*/ 50800 w 50800"/>
              <a:gd name="connsiteY2" fmla="*/ 1422400 h 1422400"/>
              <a:gd name="connisteX3" fmla="*/ 0 w 50800"/>
              <a:gd name="connsiteY3" fmla="*/ 1422400 h 1422400"/>
              <a:gd name="connisteX4" fmla="*/ 0 w 50800"/>
              <a:gd name="connsiteY4" fmla="*/ 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7940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302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0 h 1422400"/>
              <a:gd name="connisteX1" fmla="*/ 50800 w 50800"/>
              <a:gd name="connsiteY1" fmla="*/ 0 h 1422400"/>
              <a:gd name="connisteX2" fmla="*/ 50800 w 50800"/>
              <a:gd name="connsiteY2" fmla="*/ 1422400 h 1422400"/>
              <a:gd name="connisteX3" fmla="*/ 0 w 50800"/>
              <a:gd name="connsiteY3" fmla="*/ 1422400 h 1422400"/>
              <a:gd name="connisteX4" fmla="*/ 0 w 50800"/>
              <a:gd name="connsiteY4" fmla="*/ 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8260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334000"/>
            <a:ext cx="3276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目录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0 h 762000"/>
              <a:gd name="connisteX1" fmla="*/ 25400 w 25400"/>
              <a:gd name="connsiteY1" fmla="*/ 0 h 762000"/>
              <a:gd name="connisteX2" fmla="*/ 25400 w 25400"/>
              <a:gd name="connsiteY2" fmla="*/ 762000 h 762000"/>
              <a:gd name="connisteX3" fmla="*/ 0 w 25400"/>
              <a:gd name="connsiteY3" fmla="*/ 762000 h 762000"/>
              <a:gd name="connisteX4" fmla="*/ 0 w 25400"/>
              <a:gd name="connsiteY4" fmla="*/ 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gradFill>
                  <a:gsLst>
                    <a:gs pos="0">
                      <a:schemeClr val="accent1">
                        <a:lumMod val="90000"/>
                      </a:schemeClr>
                    </a:gs>
                    <a:gs pos="100000">
                      <a:schemeClr val="accent1"/>
                    </a:gs>
                  </a:gsLst>
                  <a:lin ang="5400000"/>
                </a:gra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0 h 762000"/>
              <a:gd name="connisteX1" fmla="*/ 25400 w 25400"/>
              <a:gd name="connsiteY1" fmla="*/ 0 h 762000"/>
              <a:gd name="connisteX2" fmla="*/ 25400 w 25400"/>
              <a:gd name="connsiteY2" fmla="*/ 762000 h 762000"/>
              <a:gd name="connisteX3" fmla="*/ 0 w 25400"/>
              <a:gd name="connsiteY3" fmla="*/ 762000 h 762000"/>
              <a:gd name="connisteX4" fmla="*/ 0 w 25400"/>
              <a:gd name="connsiteY4" fmla="*/ 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25400" h="762000">
                <a:moveTo>
                  <a:pt x="0" y="0"/>
                </a:moveTo>
                <a:lnTo>
                  <a:pt x="25400" y="0"/>
                </a:lnTo>
                <a:lnTo>
                  <a:pt x="254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50000"/>
                  <a:lumMod val="90000"/>
                  <a:lumOff val="1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6" Type="http://schemas.openxmlformats.org/officeDocument/2006/relationships/theme" Target="../theme/theme2.xml"/><Relationship Id="rId25" Type="http://schemas.openxmlformats.org/officeDocument/2006/relationships/tags" Target="../tags/tag110.xml"/><Relationship Id="rId24" Type="http://schemas.openxmlformats.org/officeDocument/2006/relationships/tags" Target="../tags/tag109.xml"/><Relationship Id="rId23" Type="http://schemas.openxmlformats.org/officeDocument/2006/relationships/tags" Target="../tags/tag108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image" Target="../media/image3.png"/><Relationship Id="rId16" Type="http://schemas.openxmlformats.org/officeDocument/2006/relationships/tags" Target="../tags/tag10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82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8" Type="http://schemas.openxmlformats.org/officeDocument/2006/relationships/theme" Target="../theme/theme3.xml"/><Relationship Id="rId17" Type="http://schemas.openxmlformats.org/officeDocument/2006/relationships/tags" Target="../tags/tag190.xml"/><Relationship Id="rId16" Type="http://schemas.openxmlformats.org/officeDocument/2006/relationships/tags" Target="../tags/tag189.xml"/><Relationship Id="rId15" Type="http://schemas.openxmlformats.org/officeDocument/2006/relationships/tags" Target="../tags/tag188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IT科技风主题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318"/>
            <a:ext cx="12190730" cy="6857365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汉仪刚艺体-85W" panose="00020600040101010101" charset="-122"/>
                <a:ea typeface="汉仪刚艺体-85W" panose="00020600040101010101" charset="-122"/>
              </a:rPr>
              <a:t>单击此处编辑母版标题样式</a:t>
            </a:r>
            <a:endParaRPr lang="zh-CN" altLang="en-US" dirty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Normal" panose="000005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IT科技风主题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0"/>
            </p:custDataLst>
          </p:nvPr>
        </p:nvSpPr>
        <p:spPr>
          <a:xfrm>
            <a:off x="0" y="318"/>
            <a:ext cx="12190730" cy="6857365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汉仪刚艺体-85W" panose="00020600040101010101" charset="-122"/>
                <a:ea typeface="汉仪刚艺体-85W" panose="00020600040101010101" charset="-122"/>
              </a:rPr>
              <a:t>单击此处编辑母版标题样式</a:t>
            </a:r>
            <a:endParaRPr lang="zh-CN" altLang="en-US" dirty="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Normal" panose="000005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</a:rPr>
            </a:fld>
            <a:endParaRPr lang="zh-CN" altLang="en-US" dirty="0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7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0" Type="http://schemas.openxmlformats.org/officeDocument/2006/relationships/slideLayout" Target="../slideLayouts/slideLayout32.xml"/><Relationship Id="rId1" Type="http://schemas.openxmlformats.org/officeDocument/2006/relationships/tags" Target="../tags/tag19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image" Target="../media/image4.jpeg"/><Relationship Id="rId2" Type="http://schemas.openxmlformats.org/officeDocument/2006/relationships/tags" Target="../tags/tag208.xml"/><Relationship Id="rId11" Type="http://schemas.openxmlformats.org/officeDocument/2006/relationships/slideLayout" Target="../slideLayouts/slideLayout31.xml"/><Relationship Id="rId10" Type="http://schemas.openxmlformats.org/officeDocument/2006/relationships/tags" Target="../tags/tag215.xml"/><Relationship Id="rId1" Type="http://schemas.openxmlformats.org/officeDocument/2006/relationships/tags" Target="../tags/tag20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7" Type="http://schemas.openxmlformats.org/officeDocument/2006/relationships/slideLayout" Target="../slideLayouts/slideLayout30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tags" Target="../tags/tag21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image" Target="../media/image9.jpeg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3" Type="http://schemas.openxmlformats.org/officeDocument/2006/relationships/slideLayout" Target="../slideLayouts/slideLayout29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tags" Target="../tags/tag22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image" Target="../media/image11.jpeg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image" Target="../media/image12.jpeg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6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image" Target="../media/image13.png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2025/09/09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游戏策略指南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汇报人: 稻草人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目录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装饰  3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游戏基础操作与建造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单位功能与克制关系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游戏基础操作与建造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快捷操作与单位控制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pic>
        <p:nvPicPr>
          <p:cNvPr id="3" name="内容占位符 2" descr="dd313180-8d89-11f0-b6b8-4690a42291ca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9341" b="9341"/>
          <a:stretch>
            <a:fillRect/>
          </a:stretch>
        </p:blipFill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0 h 5638800"/>
              <a:gd name="connisteX1" fmla="*/ 6934200 w 6934200"/>
              <a:gd name="connsiteY1" fmla="*/ 0 h 5638800"/>
              <a:gd name="connisteX2" fmla="*/ 6934200 w 6934200"/>
              <a:gd name="connsiteY2" fmla="*/ 5638800 h 5638800"/>
              <a:gd name="connisteX3" fmla="*/ 0 w 6934200"/>
              <a:gd name="connsiteY3" fmla="*/ 5638800 h 5638800"/>
              <a:gd name="connisteX4" fmla="*/ 0 w 69342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5638800">
                <a:moveTo>
                  <a:pt x="0" y="0"/>
                </a:moveTo>
                <a:lnTo>
                  <a:pt x="6934200" y="0"/>
                </a:lnTo>
                <a:lnTo>
                  <a:pt x="69342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连续选中单位的技巧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连续两次选中同一单位能自动选中附近同类单位，提升操作效率。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单位移动与聚拢指令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点击地面使单位保持队形移动，双击同一地点则单位会聚拢，便于集中管理。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建筑与单位集结点设置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3" name="图片占位符 12" descr="7"/>
          <p:cNvPicPr>
            <a:picLocks noChangeAspect="1"/>
          </p:cNvPicPr>
          <p:nvPr>
            <p:ph type="pic" idx="16390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0200" y="2717800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设置集结点的重要性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基地、兵营等设施可设集结点，自动引导新单位前往特定位置，优化资源采集流程。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14" name="图片占位符 13" descr="8"/>
          <p:cNvPicPr>
            <a:picLocks noChangeAspect="1"/>
          </p:cNvPicPr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09000" y="2717800"/>
            <a:ext cx="812800" cy="8128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工程车与工虫的自动采集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将工程车或工虫集结点设于资源处，产出单位自动采集，节省手动操作时间。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人类与虫族的建造差异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4" name="图片占位符 3" descr="df49c06f-8d89-11f0-9e9e-7a3d4db975e1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6667" r="16667"/>
          <a:stretch>
            <a:fillRect/>
          </a:stretch>
        </p:blipFill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人类建造流程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通过点击建筑或单位按钮，选择地面或指定工程车进行建造，利用民房提升单位上限。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8" name="图片占位符 7" descr="df49c0ea-8d89-11f0-9e9e-7a3d4db975e1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6667" r="16667"/>
          <a:stretch>
            <a:fillRect/>
          </a:stretch>
        </p:blipFill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虫族建造机制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虫族建筑由工虫变异生成，活动单位由幼虫蜕变，多建虫巢加速单位产出，注意资源平衡。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单位功能与克制关系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人类特色单位与功能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pic>
        <p:nvPicPr>
          <p:cNvPr id="3" name="内容占位符 2" descr="deccded0-8d89-11f0-a7e5-0a3deb0e0728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1165" r="986"/>
          <a:stretch>
            <a:fillRect/>
          </a:stretch>
        </p:blipFill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934200 w 6934200"/>
              <a:gd name="connsiteY1" fmla="*/ 0 h 4724400"/>
              <a:gd name="connisteX2" fmla="*/ 6934200 w 6934200"/>
              <a:gd name="connsiteY2" fmla="*/ 4724400 h 4724400"/>
              <a:gd name="connisteX3" fmla="*/ 0 w 6934200"/>
              <a:gd name="connsiteY3" fmla="*/ 4724400 h 4724400"/>
              <a:gd name="connisteX4" fmla="*/ 0 w 69342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4724400">
                <a:moveTo>
                  <a:pt x="0" y="0"/>
                </a:moveTo>
                <a:lnTo>
                  <a:pt x="6934200" y="0"/>
                </a:lnTo>
                <a:lnTo>
                  <a:pt x="69342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地堡与炮台的作用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地堡可容纳士兵，具有高血量；炮台群有效克制除坦克外的单位，构建防御体系。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虫族特色单位与功能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pic>
        <p:nvPicPr>
          <p:cNvPr id="3" name="内容占位符 2" descr="dee47005-8d89-11f0-9307-da1e53e5a111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t="3556" b="3556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房虫的多功能性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房虫既能运输士兵又能采集资源，灵活运用增强虫族战术多样性。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刚艺体-85W" panose="00020600040101010101" charset="-122"/>
                <a:ea typeface="汉仪刚艺体-85W" panose="00020600040101010101" charset="-122"/>
              </a:rPr>
              <a:t>战斗单位克制策略</a:t>
            </a:r>
            <a:endParaRPr lang="zh-CN" altLang="en-US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  <p:pic>
        <p:nvPicPr>
          <p:cNvPr id="3" name="内容占位符 2" descr="default_3_img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16734" r="16734"/>
          <a:stretch>
            <a:fillRect/>
          </a:stretch>
        </p:blipFill>
        <p:spPr>
          <a:xfrm>
            <a:off x="609600" y="1524000"/>
            <a:ext cx="5588000" cy="4724400"/>
          </a:xfrm>
          <a:custGeom>
            <a:avLst/>
            <a:gdLst>
              <a:gd name="connisteX0" fmla="*/ 0 w 5588000"/>
              <a:gd name="connsiteY0" fmla="*/ 0 h 4724400"/>
              <a:gd name="connisteX1" fmla="*/ 5588000 w 5588000"/>
              <a:gd name="connsiteY1" fmla="*/ 0 h 4724400"/>
              <a:gd name="connisteX2" fmla="*/ 5588000 w 5588000"/>
              <a:gd name="connsiteY2" fmla="*/ 4724400 h 4724400"/>
              <a:gd name="connisteX3" fmla="*/ 0 w 5588000"/>
              <a:gd name="connsiteY3" fmla="*/ 4724400 h 4724400"/>
              <a:gd name="connisteX4" fmla="*/ 0 w 55880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588000" h="4724400">
                <a:moveTo>
                  <a:pt x="0" y="0"/>
                </a:moveTo>
                <a:lnTo>
                  <a:pt x="5588000" y="0"/>
                </a:lnTo>
                <a:lnTo>
                  <a:pt x="55880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单位间的相生相克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掌握坦克、地堡、炮台与小兵之间的克制关系，合理配置军队，实现战场优势。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Normal" panose="00000500000000000000" charset="-122"/>
                <a:ea typeface="MiSans Normal" panose="00000500000000000000" charset="-122"/>
              </a:rPr>
              <a:t>THE END</a:t>
            </a:r>
            <a:endParaRPr lang="zh-CN" altLang="en-US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300">
                <a:latin typeface="汉仪刚艺体-85W" panose="00020600040101010101" charset="-122"/>
                <a:ea typeface="汉仪刚艺体-85W" panose="00020600040101010101" charset="-122"/>
              </a:rPr>
              <a:t>谢谢</a:t>
            </a:r>
            <a:endParaRPr lang="zh-CN" altLang="en-US" sz="6300">
              <a:latin typeface="汉仪刚艺体-85W" panose="00020600040101010101" charset="-122"/>
              <a:ea typeface="汉仪刚艺体-85W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3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8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482968b263e76c08de04fc6481a1a2d1ad5c9f62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91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92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93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94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96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97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98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99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0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01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5"/>
  <p:tag name="KSO_WM_TEMPLATE_MASTER_TYPE" val="0"/>
  <p:tag name="KSO_WM_TEMPLATE_COLOR_TYPE" val="0"/>
  <p:tag name="KSO_WM_BEAUTIFY_FLAG" val="#wm#"/>
</p:tagLst>
</file>

<file path=ppt/tags/tag1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d6d3f39df28908b5"/>
  <p:tag name="KSO_WM_AITEMPLATE_STYLE_ID" val="69796643695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97521cf05e331159e992ea2f5a1aea36e32282b"/>
  <p:tag name="KSO_WM_NEWLAYOUT_GROUP_ID" val="layout_10014"/>
  <p:tag name="KSO_WM_NEWLAYOUT_ID" val="slide_7531d66211daa599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b9f323bddf090e0517fb1360052a57e1db6a7d"/>
  <p:tag name="KSO_WM_NEWLAYOUT_GROUP_ID" val="layout_30"/>
  <p:tag name="KSO_WM_NEWLAYOUT_ID" val="slide_5e3f0bb5c823a354"/>
</p:tagLst>
</file>

<file path=ppt/tags/tag1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2814c3c9575724d7d91cb3bad5ee547e5d9545"/>
  <p:tag name="KSO_WM_NEWLAYOUT_GROUP_ID" val="layout_61"/>
  <p:tag name="KSO_WM_NEWLAYOUT_ID" val="slide_28f216744a794637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1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"/>
  <p:tag name="KSO_WM_UNIT_TYPE" val="l_i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ef7da7cbb3e5393739c0a0fe3237518a8d53d66"/>
  <p:tag name="KSO_WM_NEWLAYOUT_GROUP_ID" val="layout_31"/>
  <p:tag name="KSO_WM_NEWLAYOUT_ID" val="slide_026ae2c13dbe2c5b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819efee628d990a5b931fb815117463c8ac8e0"/>
  <p:tag name="KSO_WM_NEWLAYOUT_GROUP_ID" val="layout_54"/>
  <p:tag name="KSO_WM_NEWLAYOUT_ID" val="slide_770290a8f5ed15b0"/>
</p:tagLst>
</file>

<file path=ppt/tags/tag1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</p:tagLst>
</file>

<file path=ppt/tags/tag15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</p:tagLst>
</file>

<file path=ppt/tags/tag15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95b5ba37dbd4122a9db514ae25811815d681d0"/>
  <p:tag name="KSO_WM_NEWLAYOUT_GROUP_ID" val="layout_6"/>
  <p:tag name="KSO_WM_NEWLAYOUT_ID" val="slide_2ad8094139643a7a"/>
</p:tagLst>
</file>

<file path=ppt/tags/tag1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90ad31c0ce9bb22e09f5a08dac9240b8becdbf5"/>
  <p:tag name="KSO_WM_NEWLAYOUT_GROUP_ID" val="layout_1-5"/>
  <p:tag name="KSO_WM_NEWLAYOUT_ID" val="slide_16e3c7e9f5c87664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5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5"/>
  <p:tag name="KSO_WM_TEMPLATE_MASTER_TYPE" val="0"/>
  <p:tag name="KSO_WM_TEMPLATE_COLOR_TYPE" val="0"/>
  <p:tag name="KSO_WM_BEAUTIFY_FLAG" val="#wm#"/>
</p:tagLst>
</file>

<file path=ppt/tags/tag19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d6d3f39df28908b5"/>
</p:tagLst>
</file>

<file path=ppt/tags/tag19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TEMPLATE_CATEGORY" val="custom"/>
  <p:tag name="KSO_WM_TEMPLATE_INDEX" val="40494635"/>
  <p:tag name="KSO_WM_UNIT_LAYERLEVEL" val="1"/>
  <p:tag name="KSO_WM_UNIT_ID" val="custom40494635_1*f*1"/>
  <p:tag name="KSO_WM_TAG_VERSION" val="3.0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3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5"/>
  <p:tag name="KSO_WM_UNIT_LAYERLEVEL" val="1"/>
  <p:tag name="KSO_WM_UNIT_ID" val="custom40494635_1*f*2"/>
  <p:tag name="KSO_WM_TAG_VERSION" val="3.0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4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5"/>
  <p:tag name="KSO_WM_SLIDE_ID" val="custom40494635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90ad31c0ce9bb22e09f5a08dac9240b8becdbf5"/>
  <p:tag name="KSO_WM_NEWLAYOUT_GROUP_ID" val="layout_1-5"/>
  <p:tag name="KSO_WM_NEWLAYOUT_ID" val="slide_16e3c7e9f5c87664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1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0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0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contents"/>
  <p:tag name="KSO_WM_TEMPLATE_SUBCATEGORY" val="29"/>
  <p:tag name="KSO_WM_BEAUTIFY_FLAG" val="#wm#"/>
  <p:tag name="KSO_WM_TEMPLATE_FIGMA_ID" val="69796643695"/>
  <p:tag name="KSO_WM_TEMPLATE_SLIDE_ID" val="slide_16e3c7e9f5c87664"/>
</p:tagLst>
</file>

<file path=ppt/tags/tag20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3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0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2"/>
  <p:tag name="KSO_WM_FIGMA_FLAG" val="#fgm#"/>
  <p:tag name="KSO_WM_TEMPLATE_CATEGORY" val="custom"/>
  <p:tag name="KSO_WM_TEMPLATE_INDEX" val="40494635"/>
  <p:tag name="KSO_WM_UNIT_LAYERLEVEL" val="1"/>
  <p:tag name="KSO_WM_UNIT_ID" val="custom40494635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</p:tagLst>
</file>

<file path=ppt/tags/tag206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5"/>
  <p:tag name="KSO_WM_SLIDE_ID" val="custom40494635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d95b5ba37dbd4122a9db514ae25811815d681d0"/>
  <p:tag name="KSO_WM_NEWLAYOUT_GROUP_ID" val="layout_6"/>
  <p:tag name="KSO_WM_NEWLAYOUT_ID" val="slide_2ad8094139643a7a"/>
  <p:tag name="KSO_WM_UNIT_PRESET_TEXT" val="单击此处添加标题"/>
</p:tagLst>
</file>

<file path=ppt/tags/tag2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13306876&quot;,&quot;product_name&quot;:&quot;wps-wpp-pc&quot;,&quot;intention_code&quot;:&quot;wps_wpp_generate_doc_pay&quot;}*auto_gallery_ai_v2.1.5_ONLINE*6635393165346564623761656238353834623537653561363338393139663838-slide-3"/>
</p:tagLst>
</file>

<file path=ppt/tags/tag2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95"/>
  <p:tag name="KSO_WM_TEMPLATE_SLIDE_ID" val="slide_2ad8094139643a7a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819efee628d990a5b931fb815117463c8ac8e0"/>
  <p:tag name="KSO_WM_NEWLAYOUT_GROUP_ID" val="layout_54"/>
  <p:tag name="KSO_WM_NEWLAYOUT_ID" val="slide_770290a8f5ed15b0"/>
  <p:tag name="KSO_WM_UNIT_PRESET_TEXT" val="单击此处添加标题"/>
</p:tagLst>
</file>

<file path=ppt/tags/tag2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1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2"/>
  <p:tag name="KSO_WM_UNIT_TYPE" val="l_h_i"/>
  <p:tag name="KSO_WM_UNIT_PRESET_TEXT" val=" "/>
</p:tagLst>
</file>

<file path=ppt/tags/tag21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224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2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95"/>
  <p:tag name="KSO_WM_TEMPLATE_SLIDE_ID" val="slide_770290a8f5ed15b0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ef7da7cbb3e5393739c0a0fe3237518a8d53d66"/>
  <p:tag name="KSO_WM_NEWLAYOUT_GROUP_ID" val="layout_31"/>
  <p:tag name="KSO_WM_NEWLAYOUT_ID" val="slide_026ae2c13dbe2c5b"/>
  <p:tag name="KSO_WM_UNIT_PRESET_TEXT" val="单击此处添加标题"/>
</p:tagLst>
</file>

<file path=ppt/tags/tag2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62297002&quot;,&quot;product_name&quot;:&quot;wps-wpp-pc&quot;,&quot;intention_code&quot;:&quot;wps_wpp_generate_doc_pay&quot;}*auto_gallery_ai_v2.1.5_ONLINE*6635393165346564623761656238353834623537653561363338393139663838-slide-5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74362233&quot;,&quot;product_name&quot;:&quot;wps-wpp-pc&quot;,&quot;intention_code&quot;:&quot;wps_wpp_generate_doc_pay&quot;}*auto_gallery_ai_v2.1.5_ONLINE*6635393165346564623761656238353834623537653561363338393139663838-slide-5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95"/>
  <p:tag name="KSO_WM_TEMPLATE_SLIDE_ID" val="slide_026ae2c13dbe2c5b"/>
</p:tagLst>
</file>

<file path=ppt/tags/tag23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3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3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2"/>
  <p:tag name="KSO_WM_FIGMA_FLAG" val="#fgm#"/>
  <p:tag name="KSO_WM_TEMPLATE_CATEGORY" val="custom"/>
  <p:tag name="KSO_WM_TEMPLATE_INDEX" val="40494635"/>
  <p:tag name="KSO_WM_UNIT_LAYERLEVEL" val="1"/>
  <p:tag name="KSO_WM_UNIT_ID" val="custom40494635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</p:tagLst>
</file>

<file path=ppt/tags/tag240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5"/>
  <p:tag name="KSO_WM_SLIDE_ID" val="custom40494635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2814c3c9575724d7d91cb3bad5ee547e5d9545"/>
  <p:tag name="KSO_WM_NEWLAYOUT_GROUP_ID" val="layout_61"/>
  <p:tag name="KSO_WM_NEWLAYOUT_ID" val="slide_28f216744a794637"/>
  <p:tag name="KSO_WM_UNIT_PRESET_TEXT" val="单击此处添加标题"/>
</p:tagLst>
</file>

<file path=ppt/tags/tag2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535624887&quot;,&quot;product_name&quot;:&quot;wps-wpp-pc&quot;,&quot;intention_code&quot;:&quot;wps_wpp_generate_doc_pay&quot;}*auto_gallery_ai_3.0.1_online*6635393165346564623761656238353834623537653561363338393139663838-slide-7"/>
</p:tagLst>
</file>

<file path=ppt/tags/tag243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46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95"/>
  <p:tag name="KSO_WM_TEMPLATE_SLIDE_ID" val="slide_28f216744a794637"/>
</p:tagLst>
</file>

<file path=ppt/tags/tag2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b9f323bddf090e0517fb1360052a57e1db6a7d"/>
  <p:tag name="KSO_WM_NEWLAYOUT_GROUP_ID" val="layout_30"/>
  <p:tag name="KSO_WM_NEWLAYOUT_ID" val="slide_5e3f0bb5c823a354"/>
  <p:tag name="KSO_WM_UNIT_PRESET_TEXT" val="单击此处添加标题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291781940&quot;,&quot;product_name&quot;:&quot;wps-wpp-pc&quot;,&quot;intention_code&quot;:&quot;wps_wpp_generate_doc_pay&quot;}*auto_gallery_ai_v2.1.5_ONLINE*6635393165346564623761656238353834623537653561363338393139663838-slide-8"/>
</p:tagLst>
</file>

<file path=ppt/tags/tag2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10,&quot;dk2&quot;:10,&quot;lt1&quot;:-10,&quot;lt2&quot;:-1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252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95"/>
  <p:tag name="KSO_WM_TEMPLATE_SLIDE_ID" val="slide_5e3f0bb5c823a354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97521cf05e331159e992ea2f5a1aea36e32282b"/>
  <p:tag name="KSO_WM_NEWLAYOUT_GROUP_ID" val="layout_10014"/>
  <p:tag name="KSO_WM_NEWLAYOUT_ID" val="slide_7531d66211daa599"/>
  <p:tag name="KSO_WM_UNIT_PRESET_TEXT" val="单击此处添加标题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57428370775b23e30125528-slide-0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57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95"/>
  <p:tag name="KSO_WM_TEMPLATE_SLIDE_ID" val="slide_7531d66211daa599"/>
</p:tagLst>
</file>

<file path=ppt/tags/tag258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35"/>
  <p:tag name="KSO_WM_UNIT_LAYERLEVEL" val="1"/>
  <p:tag name="KSO_WM_UNIT_ID" val="custom40494635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259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5"/>
  <p:tag name="KSO_WM_UNIT_LAYERLEVEL" val="1"/>
  <p:tag name="KSO_WM_UNIT_ID" val="custom40494635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260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35"/>
  <p:tag name="KSO_WM_SLIDE_ID" val="custom40494635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IT科技风主题">
  <a:themeElements>
    <a:clrScheme name="">
      <a:dk1>
        <a:srgbClr val="000000"/>
      </a:dk1>
      <a:lt1>
        <a:srgbClr val="FFFFFF"/>
      </a:lt1>
      <a:dk2>
        <a:srgbClr val="091128"/>
      </a:dk2>
      <a:lt2>
        <a:srgbClr val="EFEFEF"/>
      </a:lt2>
      <a:accent1>
        <a:srgbClr val="2F56C8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00B5EE"/>
      </a:hlink>
      <a:folHlink>
        <a:srgbClr val="2F56C8"/>
      </a:folHlink>
    </a:clrScheme>
    <a:fontScheme name="自定义 24">
      <a:majorFont>
        <a:latin typeface="汉仪刚艺体-85W"/>
        <a:ea typeface="汉仪刚艺体-85W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蓝色IT科技风主题">
  <a:themeElements>
    <a:clrScheme name="">
      <a:dk1>
        <a:srgbClr val="000000"/>
      </a:dk1>
      <a:lt1>
        <a:srgbClr val="FFFFFF"/>
      </a:lt1>
      <a:dk2>
        <a:srgbClr val="102B3F"/>
      </a:dk2>
      <a:lt2>
        <a:srgbClr val="EFEFEF"/>
      </a:lt2>
      <a:accent1>
        <a:srgbClr val="0B95E5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00B5EE"/>
      </a:hlink>
      <a:folHlink>
        <a:srgbClr val="2F56C8"/>
      </a:folHlink>
    </a:clrScheme>
    <a:fontScheme name="自定义 24">
      <a:majorFont>
        <a:latin typeface="汉仪刚艺体-85W"/>
        <a:ea typeface="汉仪刚艺体-85W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WPS Office WWO_wpscloud_20250904173343-5eb13ec068</Application>
  <PresentationFormat>宽屏</PresentationFormat>
  <Paragraphs>102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汉仪刚艺体-85W</vt:lpstr>
      <vt:lpstr>汉仪中黑KW</vt:lpstr>
      <vt:lpstr>MiSans Normal</vt:lpstr>
      <vt:lpstr>Wingdings</vt:lpstr>
      <vt:lpstr>Office 主题</vt:lpstr>
      <vt:lpstr>蓝色IT科技风主题</vt:lpstr>
      <vt:lpstr>1_蓝色IT科技风主题</vt:lpstr>
      <vt:lpstr>游戏策略指南</vt:lpstr>
      <vt:lpstr>目录</vt:lpstr>
      <vt:lpstr>游戏基础操作与建造</vt:lpstr>
      <vt:lpstr>快捷操作与单位控制</vt:lpstr>
      <vt:lpstr>建筑与单位集结点设置</vt:lpstr>
      <vt:lpstr>人类与虫族的建造差异</vt:lpstr>
      <vt:lpstr>单位功能与克制关系</vt:lpstr>
      <vt:lpstr>人类特色单位与功能</vt:lpstr>
      <vt:lpstr>虫族特色单位与功能</vt:lpstr>
      <vt:lpstr>战斗单位克制策略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游戏策略指南</dc:title>
  <dc:creator/>
  <cp:lastModifiedBy/>
  <dcterms:created xsi:type="dcterms:W3CDTF">2025-09-09T14:33:32Z</dcterms:created>
  <dcterms:modified xsi:type="dcterms:W3CDTF">2025-09-09T14:33:32Z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2052-12.9.0.22637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v1.0_ai_69796643695</vt:lpwstr>
  </property>
</Properties>
</file>